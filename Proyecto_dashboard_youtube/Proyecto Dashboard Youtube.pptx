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61" r:id="rId3"/>
    <p:sldId id="257" r:id="rId4"/>
    <p:sldId id="259" r:id="rId5"/>
    <p:sldId id="258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962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32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16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982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159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395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332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521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507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154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8596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834834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5997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4007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5022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7904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325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9415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public.tableau.com/views/ProyectoDashboardYoutube/Dashboard1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8C1965BB-C2C2-4AD2-A871-254E23B5A0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17905"/>
            <a:ext cx="9144000" cy="1292057"/>
          </a:xfrm>
        </p:spPr>
        <p:txBody>
          <a:bodyPr/>
          <a:lstStyle/>
          <a:p>
            <a:r>
              <a:rPr lang="es-es" dirty="0">
                <a:hlinkClick r:id="rId2"/>
              </a:rPr>
              <a:t>Proyecto Dashboard Youtube</a:t>
            </a:r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83CE9431-FB17-41B9-AD03-E842E37235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s-MX" b="1" dirty="0"/>
              <a:t>Autor : Jesus Enrique Leon Arteaga.</a:t>
            </a:r>
          </a:p>
          <a:p>
            <a:r>
              <a:rPr lang="es-MX" b="1" dirty="0"/>
              <a:t>Agencia : </a:t>
            </a:r>
            <a:r>
              <a:rPr lang="es-MX" b="1" dirty="0" err="1"/>
              <a:t>Sterling</a:t>
            </a:r>
            <a:r>
              <a:rPr lang="es-MX" b="1" dirty="0"/>
              <a:t> &amp; Draper.</a:t>
            </a:r>
          </a:p>
          <a:p>
            <a:r>
              <a:rPr lang="es-MX" b="1" dirty="0"/>
              <a:t>Fecha</a:t>
            </a:r>
            <a:r>
              <a:rPr b="1" dirty="0"/>
              <a:t>: </a:t>
            </a:r>
            <a:r>
              <a:rPr lang="es-MX" b="1" dirty="0"/>
              <a:t>2</a:t>
            </a:r>
            <a:r>
              <a:rPr b="1" dirty="0"/>
              <a:t>1/</a:t>
            </a:r>
            <a:r>
              <a:rPr lang="es-MX" b="1" dirty="0"/>
              <a:t>1</a:t>
            </a:r>
            <a:r>
              <a:rPr b="1" dirty="0"/>
              <a:t>1/2025</a:t>
            </a:r>
            <a:r>
              <a:rPr lang="es-MX" b="1" dirty="0"/>
              <a:t>.</a:t>
            </a:r>
            <a:r>
              <a:rPr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A90D91-44BC-2727-52B6-E9EA89D65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b="1" dirty="0"/>
              <a:t>Objetivo del </a:t>
            </a:r>
            <a:r>
              <a:rPr lang="es-MX" b="1" dirty="0" err="1"/>
              <a:t>Dashboard</a:t>
            </a:r>
            <a:r>
              <a:rPr lang="es-MX" b="1" dirty="0"/>
              <a:t>: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CD6657B-4E3E-B379-C4CD-015DA4E5DC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739410"/>
            <a:ext cx="10121682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Automatizar el análisis de tendencias de videos en YouTube.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Facilitar la consulta diaria por parte de gerentes de planificación.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MX" altLang="es-MX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Responder preguntas clave sobre categorías y regiones.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4743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Grafico Historial de Tendencias ( Absoluto )">
            <a:extLst>
              <a:ext uri="{FF2B5EF4-FFF2-40B4-BE49-F238E27FC236}">
                <a16:creationId xmlns:a16="http://schemas.microsoft.com/office/drawing/2014/main" id="{9A4A7687-D230-40D2-BF1F-71FE83B4D4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510579"/>
            <a:ext cx="7509163" cy="5347421"/>
          </a:xfrm>
          <a:prstGeom prst="rect">
            <a:avLst/>
          </a:prstGeom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CF6766D9-B570-BF9F-E99D-978B7914E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b="1" dirty="0"/>
              <a:t>Categorías más Frecuentes.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8BA7692C-25C9-D193-B4D9-EFE125D970F6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" y="1997839"/>
            <a:ext cx="483523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dirty="0">
                <a:latin typeface="Arial" panose="020B0604020202020204" pitchFamily="34" charset="0"/>
              </a:rPr>
              <a:t>Entretenimiento: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categoría dominante globalmente.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dirty="0" err="1">
                <a:latin typeface="Arial" panose="020B0604020202020204" pitchFamily="34" charset="0"/>
              </a:rPr>
              <a:t>Musica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segunda más frecuente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Noticias y Política: fuerte presencia en países anglosajones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Deportes y Estilo de vida: picos regionales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Grafico de Distribucion por Pais">
            <a:extLst>
              <a:ext uri="{FF2B5EF4-FFF2-40B4-BE49-F238E27FC236}">
                <a16:creationId xmlns:a16="http://schemas.microsoft.com/office/drawing/2014/main" id="{17F0C4CF-8C0A-4F1E-B859-31630BFC10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9278" y="1330038"/>
            <a:ext cx="7328758" cy="541712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8CA06EF-2649-5579-33F0-98054CE248B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8263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4400" b="1"/>
              <a:t>Distribucion por Regiones.</a:t>
            </a:r>
            <a:endParaRPr lang="es-MX" sz="4400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BB0D802-89F7-EDAE-36F9-EBCED6B3ACB6}"/>
              </a:ext>
            </a:extLst>
          </p:cNvPr>
          <p:cNvSpPr txBox="1"/>
          <p:nvPr/>
        </p:nvSpPr>
        <p:spPr>
          <a:xfrm>
            <a:off x="55420" y="2549237"/>
            <a:ext cx="479367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• En todas las regiones la categoría a predominante es el Entretenimiento y la Música.</a:t>
            </a:r>
          </a:p>
          <a:p>
            <a:endParaRPr lang="es-ES" dirty="0"/>
          </a:p>
          <a:p>
            <a:r>
              <a:rPr lang="es-ES" dirty="0"/>
              <a:t>• India: Entretenimiento y Noticias y Política.</a:t>
            </a:r>
          </a:p>
          <a:p>
            <a:endParaRPr lang="es-ES" dirty="0"/>
          </a:p>
          <a:p>
            <a:r>
              <a:rPr lang="es-ES" dirty="0"/>
              <a:t>• Rusia: Gente y Blogs.</a:t>
            </a:r>
          </a:p>
          <a:p>
            <a:endParaRPr lang="es-ES" dirty="0"/>
          </a:p>
          <a:p>
            <a:r>
              <a:rPr lang="es-ES" dirty="0"/>
              <a:t>• Francia: Entretenimiento, Comedia, , Deportes y Gente y Blogs.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>
            <a:extLst>
              <a:ext uri="{FF2B5EF4-FFF2-40B4-BE49-F238E27FC236}">
                <a16:creationId xmlns:a16="http://schemas.microsoft.com/office/drawing/2014/main" id="{6A5B7D46-270F-4063-B734-5CB5009950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52545" y="1440873"/>
            <a:ext cx="7403928" cy="5417127"/>
          </a:xfrm>
          <a:prstGeom prst="rect">
            <a:avLst/>
          </a:prstGeom>
        </p:spPr>
      </p:pic>
      <p:sp>
        <p:nvSpPr>
          <p:cNvPr id="9" name="Título 8">
            <a:extLst>
              <a:ext uri="{FF2B5EF4-FFF2-40B4-BE49-F238E27FC236}">
                <a16:creationId xmlns:a16="http://schemas.microsoft.com/office/drawing/2014/main" id="{D92C369A-568C-518F-056F-E1EE5145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71150"/>
          </a:xfrm>
        </p:spPr>
        <p:txBody>
          <a:bodyPr/>
          <a:lstStyle/>
          <a:p>
            <a:pPr algn="ctr"/>
            <a:r>
              <a:rPr lang="es-MX" sz="4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Popularidad en EUA.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2AF23D3A-1871-9B0E-57ED-5FBD4AC3DA99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0" y="2748273"/>
            <a:ext cx="472440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Entretenimiento</a:t>
            </a:r>
            <a:r>
              <a:rPr lang="es-MX" altLang="es-MX" dirty="0">
                <a:latin typeface="Arial" panose="020B0604020202020204" pitchFamily="34" charset="0"/>
              </a:rPr>
              <a:t>, Música, 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categorías más populares.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Comedia, Vida y Estilo con menor presencia que en otras regiones.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Deportes, Noticias y Política: participación moderada.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Correspondencia entre Categorías y Países">
            <a:extLst>
              <a:ext uri="{FF2B5EF4-FFF2-40B4-BE49-F238E27FC236}">
                <a16:creationId xmlns:a16="http://schemas.microsoft.com/office/drawing/2014/main" id="{5B78168D-878F-404F-91A0-D93F822EC0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7991" y="1223868"/>
            <a:ext cx="7563846" cy="553714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CBB6558-5109-A7B8-A9C3-F7E978E8A9FF}"/>
              </a:ext>
            </a:extLst>
          </p:cNvPr>
          <p:cNvSpPr txBox="1"/>
          <p:nvPr/>
        </p:nvSpPr>
        <p:spPr>
          <a:xfrm>
            <a:off x="152402" y="2105890"/>
            <a:ext cx="439189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• EE.UU.: domina contenido informativo y entretenimiento.</a:t>
            </a:r>
          </a:p>
          <a:p>
            <a:endParaRPr lang="es-ES" dirty="0"/>
          </a:p>
          <a:p>
            <a:r>
              <a:rPr lang="es-ES" dirty="0"/>
              <a:t>• Asia: Música y Entretenimiento más relevantes.</a:t>
            </a:r>
          </a:p>
          <a:p>
            <a:endParaRPr lang="es-ES" dirty="0"/>
          </a:p>
          <a:p>
            <a:r>
              <a:rPr lang="es-ES" dirty="0"/>
              <a:t>• Preferencias culturales influyen en tendencia.</a:t>
            </a:r>
            <a:endParaRPr lang="es-MX" dirty="0"/>
          </a:p>
        </p:txBody>
      </p:sp>
      <p:sp>
        <p:nvSpPr>
          <p:cNvPr id="7" name="Título 8">
            <a:extLst>
              <a:ext uri="{FF2B5EF4-FFF2-40B4-BE49-F238E27FC236}">
                <a16:creationId xmlns:a16="http://schemas.microsoft.com/office/drawing/2014/main" id="{BE59E60E-FC05-2707-247F-24DE424747CF}"/>
              </a:ext>
            </a:extLst>
          </p:cNvPr>
          <p:cNvSpPr txBox="1">
            <a:spLocks/>
          </p:cNvSpPr>
          <p:nvPr/>
        </p:nvSpPr>
        <p:spPr>
          <a:xfrm>
            <a:off x="646111" y="452718"/>
            <a:ext cx="9404723" cy="7711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s-MX" sz="4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Diferencias con Otras Regiones.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9CF64A-A362-E918-08DF-8003FEF1A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80337"/>
          </a:xfrm>
        </p:spPr>
        <p:txBody>
          <a:bodyPr/>
          <a:lstStyle/>
          <a:p>
            <a:pPr algn="ctr"/>
            <a:r>
              <a:rPr lang="es-MX" b="1" dirty="0"/>
              <a:t>Conclusiones.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25AD94-89AF-6FD9-2BBE-79B5AB3A5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9"/>
            <a:ext cx="8946541" cy="2366682"/>
          </a:xfrm>
        </p:spPr>
        <p:txBody>
          <a:bodyPr>
            <a:normAutofit lnSpcReduction="10000"/>
          </a:bodyPr>
          <a:lstStyle/>
          <a:p>
            <a:r>
              <a:rPr lang="es-ES" dirty="0"/>
              <a:t>• El dashboard permite identificar rápidamente tendencias por región.</a:t>
            </a:r>
          </a:p>
          <a:p>
            <a:pPr marL="0" indent="0">
              <a:buNone/>
            </a:pPr>
            <a:endParaRPr lang="es-ES" dirty="0"/>
          </a:p>
          <a:p>
            <a:r>
              <a:rPr lang="es-ES" dirty="0"/>
              <a:t>• Diferencias regionales son clave para campañas segmentadas.</a:t>
            </a:r>
          </a:p>
          <a:p>
            <a:pPr marL="0" indent="0">
              <a:buNone/>
            </a:pPr>
            <a:endParaRPr lang="es-ES" dirty="0"/>
          </a:p>
          <a:p>
            <a:r>
              <a:rPr lang="es-ES" dirty="0"/>
              <a:t>• La automatización ahorra tiempo y mejora decisiones.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264794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55</TotalTime>
  <Words>238</Words>
  <Application>Microsoft Office PowerPoint</Application>
  <PresentationFormat>Panorámica</PresentationFormat>
  <Paragraphs>44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Arial</vt:lpstr>
      <vt:lpstr>Calibri Light</vt:lpstr>
      <vt:lpstr>Candara</vt:lpstr>
      <vt:lpstr>Century Gothic</vt:lpstr>
      <vt:lpstr>Wingdings 3</vt:lpstr>
      <vt:lpstr>Ion</vt:lpstr>
      <vt:lpstr>Proyecto Dashboard Youtube</vt:lpstr>
      <vt:lpstr>Objetivo del Dashboard: </vt:lpstr>
      <vt:lpstr>Categorías más Frecuentes.</vt:lpstr>
      <vt:lpstr>Presentación de PowerPoint</vt:lpstr>
      <vt:lpstr>Popularidad en EUA.</vt:lpstr>
      <vt:lpstr>Presentación de PowerPoint</vt:lpstr>
      <vt:lpstr>Conclusiones.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Usuario</dc:creator>
  <cp:lastModifiedBy>jesus leon</cp:lastModifiedBy>
  <cp:revision>1</cp:revision>
  <dcterms:created xsi:type="dcterms:W3CDTF">2025-11-21T21:49:22Z</dcterms:created>
  <dcterms:modified xsi:type="dcterms:W3CDTF">2025-11-21T22:47:58Z</dcterms:modified>
</cp:coreProperties>
</file>